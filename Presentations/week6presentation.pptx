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>
      <p:cViewPr varScale="1">
        <p:scale>
          <a:sx n="116" d="100"/>
          <a:sy n="116" d="100"/>
        </p:scale>
        <p:origin x="3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1EC97-BF55-8D28-F4F9-8FB9E92135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41A81-E4AB-E96A-591B-DFEA72D6A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E2846-2736-FC0B-2BAE-B7EF556EE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3698-D834-63B5-F25D-13DA8313C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6BDA5E-F167-C96B-BEF0-48BE89644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252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92A31-7D95-091A-42D5-5A6CD8DFE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84E22-400A-EEE9-47E9-03DEE5EB3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46310B-337A-5EB8-F4C0-228EF2736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BAD08-64D7-DC4A-F7E2-C54FBB8EA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6634B-A019-02A9-3CD5-545BD070B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274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9781-66FE-2EFE-8E4B-7C583AA28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EEF9AF-7087-3EC5-66A1-3D5B94306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A1A9F-0C01-D5DB-AF01-7614BC873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42E28-A24A-B813-B929-28BFE4D45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5EB718-E318-ECFA-A808-F1C265FB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754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76BE2-DCD0-9F87-193A-E9ACA22B4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D41BD-7C9A-8850-66DD-30891C9B54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2E26E2-E749-0896-4FD9-5A18246944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6F3CD-9BA8-3D9A-4B84-A7441DE1D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3B9AFB-5AF9-2B85-FA56-A55A9976C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657E3C-2FE2-397D-814F-87C82B12C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356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4F483-E91D-D5AC-B568-E8A977E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6C8CC2-4055-E038-0C7E-764395929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51820B-F53D-7959-4EA1-28F3D2B2B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6B8D1A-DEE8-6BCF-AA0F-0D37BBBB44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21D6B3-1595-1473-0AAB-A3039C4846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C58475-838D-1388-3B2D-7216AE9BE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77F375-27C0-ED46-DD66-F8B88840B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C31848-869B-7BDD-4805-5B39FAFD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281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CF4D-47C0-46FE-DC50-87A121802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A6D466-8E22-6145-F238-EF3CC632D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495DD8-CA40-FA06-C876-73B2846CD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ABBF7-6A26-AF5D-9A68-ECE5AB922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313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4597C0-D07F-799D-D727-1F97049E8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36FB64-61B9-2EAF-D5B8-897F59F90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CD4EC6-D53D-4DE1-0B82-CAC298778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7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D2D90-8643-D275-34A6-58228F63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3D2BE-65B5-237E-F89A-75D65ED3C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6E70A7-8C95-29FB-8623-0D964DEB7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ADE51B-A3AE-E890-A2A3-EF316BE59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400E71-1950-4F13-3EFB-D50E15984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88E36D-9B92-37ED-9D31-7D023E4E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86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4C309-CC7E-D1CA-A50A-4946066E4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59B4DB-79A7-00DF-6A0B-AD77F653D2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CB0475-58FB-0A9E-8A40-5D9D8ADA14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F0C36E-1C77-0217-E44F-E8AC61CF8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33D9C2-84BC-F140-9E7F-904A46B58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22B21B-5C99-C844-26A8-4DC482AD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016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BCD9B-1DAB-3C77-A138-29D1060B3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6A9DB0-DB82-9483-74EB-CE5DC8687F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D9B4A-7C81-FA67-BD27-CBF31EEC2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827C5-6DBE-4428-09F1-121AA3F24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21755-2501-A68C-719A-64609268F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157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3BC72C-9B66-0F40-ED36-0D828AE51C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9EFB55-C32F-A560-4755-F7920068C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73F7D-24CF-5550-289F-0F23CA894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DE926-C5FC-1762-E95A-EB2A14352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CFD04-335A-D9E8-2043-58D3CA26A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399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9E2036-9CF8-6092-888C-946D15551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EB2BB0-1D5C-F4D4-3B9E-E7ECE7F896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264C6-B52C-C894-16A9-5AB2F6E5E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5EA34-94D9-F648-BAD8-D4693DF994C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BE5C7-D28C-B3A5-40F0-FCEC8E8A84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66896-2D5E-A1C4-B8D0-BF85EA784A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421B5E-6789-CB4F-B684-BC49F570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3473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A44F-D2EC-CACB-0817-1BD217F71E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Meeting – June 18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E61B9C-92F3-C5B0-7CD0-C3F24289CC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Jon Earle</a:t>
            </a:r>
          </a:p>
        </p:txBody>
      </p:sp>
    </p:spTree>
    <p:extLst>
      <p:ext uri="{BB962C8B-B14F-4D97-AF65-F5344CB8AC3E}">
        <p14:creationId xmlns:p14="http://schemas.microsoft.com/office/powerpoint/2010/main" val="1221226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Meeting – June 18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Earle</dc:creator>
  <cp:lastModifiedBy>Jonathan Earle</cp:lastModifiedBy>
  <cp:revision>1</cp:revision>
  <dcterms:created xsi:type="dcterms:W3CDTF">2026-06-17T17:20:14Z</dcterms:created>
  <dcterms:modified xsi:type="dcterms:W3CDTF">2026-06-17T17:21:29Z</dcterms:modified>
</cp:coreProperties>
</file>