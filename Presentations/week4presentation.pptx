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003"/>
    <p:restoredTop sz="94689"/>
  </p:normalViewPr>
  <p:slideViewPr>
    <p:cSldViewPr snapToGrid="0">
      <p:cViewPr varScale="1">
        <p:scale>
          <a:sx n="147" d="100"/>
          <a:sy n="147" d="100"/>
        </p:scale>
        <p:origin x="1064" y="20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slide" Target="slides/slide4.xml"/><Relationship Id="rId4" Type="http://schemas.openxmlformats.org/officeDocument/2006/relationships/slide" Target="slides/slide3.xml"/><Relationship Id="rId9"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BDAD89-6D29-FDBB-EC45-BB796020878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4C6A907C-4E20-783C-38D4-3BEC45A1C8D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B3E77A04-9EF2-DBF1-6DA1-CEE52B432074}"/>
              </a:ext>
            </a:extLst>
          </p:cNvPr>
          <p:cNvSpPr>
            <a:spLocks noGrp="1"/>
          </p:cNvSpPr>
          <p:nvPr>
            <p:ph type="dt" sz="half" idx="10"/>
          </p:nvPr>
        </p:nvSpPr>
        <p:spPr/>
        <p:txBody>
          <a:bodyPr/>
          <a:lstStyle/>
          <a:p>
            <a:fld id="{ACEE0527-F56C-2B47-8865-D11736A4EDB0}" type="datetimeFigureOut">
              <a:rPr lang="en-US" smtClean="0"/>
              <a:t>6/1/26</a:t>
            </a:fld>
            <a:endParaRPr lang="en-US"/>
          </a:p>
        </p:txBody>
      </p:sp>
      <p:sp>
        <p:nvSpPr>
          <p:cNvPr id="5" name="Footer Placeholder 4">
            <a:extLst>
              <a:ext uri="{FF2B5EF4-FFF2-40B4-BE49-F238E27FC236}">
                <a16:creationId xmlns:a16="http://schemas.microsoft.com/office/drawing/2014/main" id="{FC8A4D51-6495-18A8-72C0-6F90800E856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94EECA9-C0F4-5E8E-F0F5-9A6C15A4B82A}"/>
              </a:ext>
            </a:extLst>
          </p:cNvPr>
          <p:cNvSpPr>
            <a:spLocks noGrp="1"/>
          </p:cNvSpPr>
          <p:nvPr>
            <p:ph type="sldNum" sz="quarter" idx="12"/>
          </p:nvPr>
        </p:nvSpPr>
        <p:spPr/>
        <p:txBody>
          <a:bodyPr/>
          <a:lstStyle/>
          <a:p>
            <a:fld id="{2E746837-6E9C-6340-915D-5576286C3D9C}" type="slidenum">
              <a:rPr lang="en-US" smtClean="0"/>
              <a:t>‹#›</a:t>
            </a:fld>
            <a:endParaRPr lang="en-US"/>
          </a:p>
        </p:txBody>
      </p:sp>
    </p:spTree>
    <p:extLst>
      <p:ext uri="{BB962C8B-B14F-4D97-AF65-F5344CB8AC3E}">
        <p14:creationId xmlns:p14="http://schemas.microsoft.com/office/powerpoint/2010/main" val="159055690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99D046-F838-9D0B-7260-04ECEB8281F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7AD769B-33B3-C71A-4E5C-4D0A1E1D11D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0F1048D-9BE8-1AF1-D901-773E3DD33BE2}"/>
              </a:ext>
            </a:extLst>
          </p:cNvPr>
          <p:cNvSpPr>
            <a:spLocks noGrp="1"/>
          </p:cNvSpPr>
          <p:nvPr>
            <p:ph type="dt" sz="half" idx="10"/>
          </p:nvPr>
        </p:nvSpPr>
        <p:spPr/>
        <p:txBody>
          <a:bodyPr/>
          <a:lstStyle/>
          <a:p>
            <a:fld id="{ACEE0527-F56C-2B47-8865-D11736A4EDB0}" type="datetimeFigureOut">
              <a:rPr lang="en-US" smtClean="0"/>
              <a:t>6/1/26</a:t>
            </a:fld>
            <a:endParaRPr lang="en-US"/>
          </a:p>
        </p:txBody>
      </p:sp>
      <p:sp>
        <p:nvSpPr>
          <p:cNvPr id="5" name="Footer Placeholder 4">
            <a:extLst>
              <a:ext uri="{FF2B5EF4-FFF2-40B4-BE49-F238E27FC236}">
                <a16:creationId xmlns:a16="http://schemas.microsoft.com/office/drawing/2014/main" id="{D03BB331-083D-5A33-48F9-D48C888F489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1C44ACE-30CB-3D86-5D5C-C2903752DE12}"/>
              </a:ext>
            </a:extLst>
          </p:cNvPr>
          <p:cNvSpPr>
            <a:spLocks noGrp="1"/>
          </p:cNvSpPr>
          <p:nvPr>
            <p:ph type="sldNum" sz="quarter" idx="12"/>
          </p:nvPr>
        </p:nvSpPr>
        <p:spPr/>
        <p:txBody>
          <a:bodyPr/>
          <a:lstStyle/>
          <a:p>
            <a:fld id="{2E746837-6E9C-6340-915D-5576286C3D9C}" type="slidenum">
              <a:rPr lang="en-US" smtClean="0"/>
              <a:t>‹#›</a:t>
            </a:fld>
            <a:endParaRPr lang="en-US"/>
          </a:p>
        </p:txBody>
      </p:sp>
    </p:spTree>
    <p:extLst>
      <p:ext uri="{BB962C8B-B14F-4D97-AF65-F5344CB8AC3E}">
        <p14:creationId xmlns:p14="http://schemas.microsoft.com/office/powerpoint/2010/main" val="424095589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96819E-3E0E-4E88-83AD-A3CE560E8F9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DBC29FB8-127F-5071-B6C1-9B7D65A9B676}"/>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C5CF338-78D8-1291-C82D-76F268AE0EC8}"/>
              </a:ext>
            </a:extLst>
          </p:cNvPr>
          <p:cNvSpPr>
            <a:spLocks noGrp="1"/>
          </p:cNvSpPr>
          <p:nvPr>
            <p:ph type="dt" sz="half" idx="10"/>
          </p:nvPr>
        </p:nvSpPr>
        <p:spPr/>
        <p:txBody>
          <a:bodyPr/>
          <a:lstStyle/>
          <a:p>
            <a:fld id="{ACEE0527-F56C-2B47-8865-D11736A4EDB0}" type="datetimeFigureOut">
              <a:rPr lang="en-US" smtClean="0"/>
              <a:t>6/1/26</a:t>
            </a:fld>
            <a:endParaRPr lang="en-US"/>
          </a:p>
        </p:txBody>
      </p:sp>
      <p:sp>
        <p:nvSpPr>
          <p:cNvPr id="5" name="Footer Placeholder 4">
            <a:extLst>
              <a:ext uri="{FF2B5EF4-FFF2-40B4-BE49-F238E27FC236}">
                <a16:creationId xmlns:a16="http://schemas.microsoft.com/office/drawing/2014/main" id="{9AD8E5CB-092A-8A36-DE7D-2D0EBF8524E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A1D14DF-BBFB-CA10-300A-DEF89B5E7F36}"/>
              </a:ext>
            </a:extLst>
          </p:cNvPr>
          <p:cNvSpPr>
            <a:spLocks noGrp="1"/>
          </p:cNvSpPr>
          <p:nvPr>
            <p:ph type="sldNum" sz="quarter" idx="12"/>
          </p:nvPr>
        </p:nvSpPr>
        <p:spPr/>
        <p:txBody>
          <a:bodyPr/>
          <a:lstStyle/>
          <a:p>
            <a:fld id="{2E746837-6E9C-6340-915D-5576286C3D9C}" type="slidenum">
              <a:rPr lang="en-US" smtClean="0"/>
              <a:t>‹#›</a:t>
            </a:fld>
            <a:endParaRPr lang="en-US"/>
          </a:p>
        </p:txBody>
      </p:sp>
    </p:spTree>
    <p:extLst>
      <p:ext uri="{BB962C8B-B14F-4D97-AF65-F5344CB8AC3E}">
        <p14:creationId xmlns:p14="http://schemas.microsoft.com/office/powerpoint/2010/main" val="278200781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3263D2-9FC6-7167-C4B2-99C53C67B9E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99F89F6-1EE7-AA77-CE48-180DADABA42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3BA2D8E-4891-801E-421F-CDA8D1FEC17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EC86EC17-A65A-B9D8-6362-86FF6755EF06}"/>
              </a:ext>
            </a:extLst>
          </p:cNvPr>
          <p:cNvSpPr>
            <a:spLocks noGrp="1"/>
          </p:cNvSpPr>
          <p:nvPr>
            <p:ph type="dt" sz="half" idx="10"/>
          </p:nvPr>
        </p:nvSpPr>
        <p:spPr/>
        <p:txBody>
          <a:bodyPr/>
          <a:lstStyle/>
          <a:p>
            <a:fld id="{ACEE0527-F56C-2B47-8865-D11736A4EDB0}" type="datetimeFigureOut">
              <a:rPr lang="en-US" smtClean="0"/>
              <a:t>6/1/26</a:t>
            </a:fld>
            <a:endParaRPr lang="en-US"/>
          </a:p>
        </p:txBody>
      </p:sp>
      <p:sp>
        <p:nvSpPr>
          <p:cNvPr id="6" name="Footer Placeholder 5">
            <a:extLst>
              <a:ext uri="{FF2B5EF4-FFF2-40B4-BE49-F238E27FC236}">
                <a16:creationId xmlns:a16="http://schemas.microsoft.com/office/drawing/2014/main" id="{739D8CEB-109B-E632-27B2-CC4BAB88089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17F7035-710C-E762-5CC9-B2EF0F552C1B}"/>
              </a:ext>
            </a:extLst>
          </p:cNvPr>
          <p:cNvSpPr>
            <a:spLocks noGrp="1"/>
          </p:cNvSpPr>
          <p:nvPr>
            <p:ph type="sldNum" sz="quarter" idx="12"/>
          </p:nvPr>
        </p:nvSpPr>
        <p:spPr/>
        <p:txBody>
          <a:bodyPr/>
          <a:lstStyle/>
          <a:p>
            <a:fld id="{2E746837-6E9C-6340-915D-5576286C3D9C}" type="slidenum">
              <a:rPr lang="en-US" smtClean="0"/>
              <a:t>‹#›</a:t>
            </a:fld>
            <a:endParaRPr lang="en-US"/>
          </a:p>
        </p:txBody>
      </p:sp>
    </p:spTree>
    <p:extLst>
      <p:ext uri="{BB962C8B-B14F-4D97-AF65-F5344CB8AC3E}">
        <p14:creationId xmlns:p14="http://schemas.microsoft.com/office/powerpoint/2010/main" val="326332262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4433FD-1D70-3181-ED64-598F06121441}"/>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F69D5989-7580-1E1F-3A0E-C13696021A5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3CCBBE0-5A6B-773E-A33E-02911AC5FF2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DBBC41E8-2562-1D1A-096E-2B6C864D78E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D117473-51C2-91A9-0713-CA994366F48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6A133940-588E-633F-CC75-FE33DE17777B}"/>
              </a:ext>
            </a:extLst>
          </p:cNvPr>
          <p:cNvSpPr>
            <a:spLocks noGrp="1"/>
          </p:cNvSpPr>
          <p:nvPr>
            <p:ph type="dt" sz="half" idx="10"/>
          </p:nvPr>
        </p:nvSpPr>
        <p:spPr/>
        <p:txBody>
          <a:bodyPr/>
          <a:lstStyle/>
          <a:p>
            <a:fld id="{ACEE0527-F56C-2B47-8865-D11736A4EDB0}" type="datetimeFigureOut">
              <a:rPr lang="en-US" smtClean="0"/>
              <a:t>6/1/26</a:t>
            </a:fld>
            <a:endParaRPr lang="en-US"/>
          </a:p>
        </p:txBody>
      </p:sp>
      <p:sp>
        <p:nvSpPr>
          <p:cNvPr id="8" name="Footer Placeholder 7">
            <a:extLst>
              <a:ext uri="{FF2B5EF4-FFF2-40B4-BE49-F238E27FC236}">
                <a16:creationId xmlns:a16="http://schemas.microsoft.com/office/drawing/2014/main" id="{4B156199-25E0-0FCE-607E-AED70F11473D}"/>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98144C4-6AC8-28D8-26B8-BFA1A2548410}"/>
              </a:ext>
            </a:extLst>
          </p:cNvPr>
          <p:cNvSpPr>
            <a:spLocks noGrp="1"/>
          </p:cNvSpPr>
          <p:nvPr>
            <p:ph type="sldNum" sz="quarter" idx="12"/>
          </p:nvPr>
        </p:nvSpPr>
        <p:spPr/>
        <p:txBody>
          <a:bodyPr/>
          <a:lstStyle/>
          <a:p>
            <a:fld id="{2E746837-6E9C-6340-915D-5576286C3D9C}" type="slidenum">
              <a:rPr lang="en-US" smtClean="0"/>
              <a:t>‹#›</a:t>
            </a:fld>
            <a:endParaRPr lang="en-US"/>
          </a:p>
        </p:txBody>
      </p:sp>
    </p:spTree>
    <p:extLst>
      <p:ext uri="{BB962C8B-B14F-4D97-AF65-F5344CB8AC3E}">
        <p14:creationId xmlns:p14="http://schemas.microsoft.com/office/powerpoint/2010/main" val="56350690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142F13-0786-28D6-1BFE-B5B13BF5115E}"/>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8E5A4ED2-7C86-6A65-D551-A3F3E5BC0728}"/>
              </a:ext>
            </a:extLst>
          </p:cNvPr>
          <p:cNvSpPr>
            <a:spLocks noGrp="1"/>
          </p:cNvSpPr>
          <p:nvPr>
            <p:ph type="dt" sz="half" idx="10"/>
          </p:nvPr>
        </p:nvSpPr>
        <p:spPr/>
        <p:txBody>
          <a:bodyPr/>
          <a:lstStyle/>
          <a:p>
            <a:fld id="{ACEE0527-F56C-2B47-8865-D11736A4EDB0}" type="datetimeFigureOut">
              <a:rPr lang="en-US" smtClean="0"/>
              <a:t>6/1/26</a:t>
            </a:fld>
            <a:endParaRPr lang="en-US"/>
          </a:p>
        </p:txBody>
      </p:sp>
      <p:sp>
        <p:nvSpPr>
          <p:cNvPr id="4" name="Footer Placeholder 3">
            <a:extLst>
              <a:ext uri="{FF2B5EF4-FFF2-40B4-BE49-F238E27FC236}">
                <a16:creationId xmlns:a16="http://schemas.microsoft.com/office/drawing/2014/main" id="{1134ACDF-C245-1326-DF8B-AE4B713AE93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2EF81BE-E328-26A9-93DD-8E9A2DFF5EF0}"/>
              </a:ext>
            </a:extLst>
          </p:cNvPr>
          <p:cNvSpPr>
            <a:spLocks noGrp="1"/>
          </p:cNvSpPr>
          <p:nvPr>
            <p:ph type="sldNum" sz="quarter" idx="12"/>
          </p:nvPr>
        </p:nvSpPr>
        <p:spPr/>
        <p:txBody>
          <a:bodyPr/>
          <a:lstStyle/>
          <a:p>
            <a:fld id="{2E746837-6E9C-6340-915D-5576286C3D9C}" type="slidenum">
              <a:rPr lang="en-US" smtClean="0"/>
              <a:t>‹#›</a:t>
            </a:fld>
            <a:endParaRPr lang="en-US"/>
          </a:p>
        </p:txBody>
      </p:sp>
    </p:spTree>
    <p:extLst>
      <p:ext uri="{BB962C8B-B14F-4D97-AF65-F5344CB8AC3E}">
        <p14:creationId xmlns:p14="http://schemas.microsoft.com/office/powerpoint/2010/main" val="277573614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75D5864-A451-DFAC-8C9B-604CDB62AABA}"/>
              </a:ext>
            </a:extLst>
          </p:cNvPr>
          <p:cNvSpPr>
            <a:spLocks noGrp="1"/>
          </p:cNvSpPr>
          <p:nvPr>
            <p:ph type="dt" sz="half" idx="10"/>
          </p:nvPr>
        </p:nvSpPr>
        <p:spPr/>
        <p:txBody>
          <a:bodyPr/>
          <a:lstStyle/>
          <a:p>
            <a:fld id="{ACEE0527-F56C-2B47-8865-D11736A4EDB0}" type="datetimeFigureOut">
              <a:rPr lang="en-US" smtClean="0"/>
              <a:t>6/1/26</a:t>
            </a:fld>
            <a:endParaRPr lang="en-US"/>
          </a:p>
        </p:txBody>
      </p:sp>
      <p:sp>
        <p:nvSpPr>
          <p:cNvPr id="3" name="Footer Placeholder 2">
            <a:extLst>
              <a:ext uri="{FF2B5EF4-FFF2-40B4-BE49-F238E27FC236}">
                <a16:creationId xmlns:a16="http://schemas.microsoft.com/office/drawing/2014/main" id="{FDCCE33C-9995-5AB4-3944-CDCB21A152AA}"/>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BA816758-A122-286C-23FF-5E655967BDC8}"/>
              </a:ext>
            </a:extLst>
          </p:cNvPr>
          <p:cNvSpPr>
            <a:spLocks noGrp="1"/>
          </p:cNvSpPr>
          <p:nvPr>
            <p:ph type="sldNum" sz="quarter" idx="12"/>
          </p:nvPr>
        </p:nvSpPr>
        <p:spPr/>
        <p:txBody>
          <a:bodyPr/>
          <a:lstStyle/>
          <a:p>
            <a:fld id="{2E746837-6E9C-6340-915D-5576286C3D9C}" type="slidenum">
              <a:rPr lang="en-US" smtClean="0"/>
              <a:t>‹#›</a:t>
            </a:fld>
            <a:endParaRPr lang="en-US"/>
          </a:p>
        </p:txBody>
      </p:sp>
    </p:spTree>
    <p:extLst>
      <p:ext uri="{BB962C8B-B14F-4D97-AF65-F5344CB8AC3E}">
        <p14:creationId xmlns:p14="http://schemas.microsoft.com/office/powerpoint/2010/main" val="303567702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C335F5-613E-686E-C5D8-EE736BA5392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0F7280A2-3E48-80F5-0761-331F6C4DBF6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E271FB6D-58DA-B8F4-EADE-4A8CE874410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B144CC5-8EA3-AF08-B0B9-0A4E4603DFA6}"/>
              </a:ext>
            </a:extLst>
          </p:cNvPr>
          <p:cNvSpPr>
            <a:spLocks noGrp="1"/>
          </p:cNvSpPr>
          <p:nvPr>
            <p:ph type="dt" sz="half" idx="10"/>
          </p:nvPr>
        </p:nvSpPr>
        <p:spPr/>
        <p:txBody>
          <a:bodyPr/>
          <a:lstStyle/>
          <a:p>
            <a:fld id="{ACEE0527-F56C-2B47-8865-D11736A4EDB0}" type="datetimeFigureOut">
              <a:rPr lang="en-US" smtClean="0"/>
              <a:t>6/1/26</a:t>
            </a:fld>
            <a:endParaRPr lang="en-US"/>
          </a:p>
        </p:txBody>
      </p:sp>
      <p:sp>
        <p:nvSpPr>
          <p:cNvPr id="6" name="Footer Placeholder 5">
            <a:extLst>
              <a:ext uri="{FF2B5EF4-FFF2-40B4-BE49-F238E27FC236}">
                <a16:creationId xmlns:a16="http://schemas.microsoft.com/office/drawing/2014/main" id="{6F56731B-F6F8-4484-AFF5-E439C71AB85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B0C72A5-D9B6-8FFA-3942-7E0249A97AB6}"/>
              </a:ext>
            </a:extLst>
          </p:cNvPr>
          <p:cNvSpPr>
            <a:spLocks noGrp="1"/>
          </p:cNvSpPr>
          <p:nvPr>
            <p:ph type="sldNum" sz="quarter" idx="12"/>
          </p:nvPr>
        </p:nvSpPr>
        <p:spPr/>
        <p:txBody>
          <a:bodyPr/>
          <a:lstStyle/>
          <a:p>
            <a:fld id="{2E746837-6E9C-6340-915D-5576286C3D9C}" type="slidenum">
              <a:rPr lang="en-US" smtClean="0"/>
              <a:t>‹#›</a:t>
            </a:fld>
            <a:endParaRPr lang="en-US"/>
          </a:p>
        </p:txBody>
      </p:sp>
    </p:spTree>
    <p:extLst>
      <p:ext uri="{BB962C8B-B14F-4D97-AF65-F5344CB8AC3E}">
        <p14:creationId xmlns:p14="http://schemas.microsoft.com/office/powerpoint/2010/main" val="26329950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AA86AD-3FB7-1A02-2E5E-793EF52B550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97BD8473-9EC2-E051-0C38-AF6AA3E1436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2160A7B3-52FD-2E3B-FD84-F4D187F2FDE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E257CC4-9226-5A03-3B72-0DDB207D27F7}"/>
              </a:ext>
            </a:extLst>
          </p:cNvPr>
          <p:cNvSpPr>
            <a:spLocks noGrp="1"/>
          </p:cNvSpPr>
          <p:nvPr>
            <p:ph type="dt" sz="half" idx="10"/>
          </p:nvPr>
        </p:nvSpPr>
        <p:spPr/>
        <p:txBody>
          <a:bodyPr/>
          <a:lstStyle/>
          <a:p>
            <a:fld id="{ACEE0527-F56C-2B47-8865-D11736A4EDB0}" type="datetimeFigureOut">
              <a:rPr lang="en-US" smtClean="0"/>
              <a:t>6/1/26</a:t>
            </a:fld>
            <a:endParaRPr lang="en-US"/>
          </a:p>
        </p:txBody>
      </p:sp>
      <p:sp>
        <p:nvSpPr>
          <p:cNvPr id="6" name="Footer Placeholder 5">
            <a:extLst>
              <a:ext uri="{FF2B5EF4-FFF2-40B4-BE49-F238E27FC236}">
                <a16:creationId xmlns:a16="http://schemas.microsoft.com/office/drawing/2014/main" id="{1530CDA5-D233-9EB1-86D4-F0AA4CF5F0E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28BEBDE-C37D-CBA0-8BED-4C77290589A1}"/>
              </a:ext>
            </a:extLst>
          </p:cNvPr>
          <p:cNvSpPr>
            <a:spLocks noGrp="1"/>
          </p:cNvSpPr>
          <p:nvPr>
            <p:ph type="sldNum" sz="quarter" idx="12"/>
          </p:nvPr>
        </p:nvSpPr>
        <p:spPr/>
        <p:txBody>
          <a:bodyPr/>
          <a:lstStyle/>
          <a:p>
            <a:fld id="{2E746837-6E9C-6340-915D-5576286C3D9C}" type="slidenum">
              <a:rPr lang="en-US" smtClean="0"/>
              <a:t>‹#›</a:t>
            </a:fld>
            <a:endParaRPr lang="en-US"/>
          </a:p>
        </p:txBody>
      </p:sp>
    </p:spTree>
    <p:extLst>
      <p:ext uri="{BB962C8B-B14F-4D97-AF65-F5344CB8AC3E}">
        <p14:creationId xmlns:p14="http://schemas.microsoft.com/office/powerpoint/2010/main" val="114204127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DE2C8B-137D-09C2-A304-A9879559C0C9}"/>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33D3448E-8808-C44C-F44B-0DEC04E6CC7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1A7F9B9-C43A-BB72-0786-1905E5EDE507}"/>
              </a:ext>
            </a:extLst>
          </p:cNvPr>
          <p:cNvSpPr>
            <a:spLocks noGrp="1"/>
          </p:cNvSpPr>
          <p:nvPr>
            <p:ph type="dt" sz="half" idx="10"/>
          </p:nvPr>
        </p:nvSpPr>
        <p:spPr/>
        <p:txBody>
          <a:bodyPr/>
          <a:lstStyle/>
          <a:p>
            <a:fld id="{ACEE0527-F56C-2B47-8865-D11736A4EDB0}" type="datetimeFigureOut">
              <a:rPr lang="en-US" smtClean="0"/>
              <a:t>6/1/26</a:t>
            </a:fld>
            <a:endParaRPr lang="en-US"/>
          </a:p>
        </p:txBody>
      </p:sp>
      <p:sp>
        <p:nvSpPr>
          <p:cNvPr id="5" name="Footer Placeholder 4">
            <a:extLst>
              <a:ext uri="{FF2B5EF4-FFF2-40B4-BE49-F238E27FC236}">
                <a16:creationId xmlns:a16="http://schemas.microsoft.com/office/drawing/2014/main" id="{C939F239-5D49-C595-A59E-766434E1736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EF8C20E-2F50-86B2-5A0C-A506EA80D0E8}"/>
              </a:ext>
            </a:extLst>
          </p:cNvPr>
          <p:cNvSpPr>
            <a:spLocks noGrp="1"/>
          </p:cNvSpPr>
          <p:nvPr>
            <p:ph type="sldNum" sz="quarter" idx="12"/>
          </p:nvPr>
        </p:nvSpPr>
        <p:spPr/>
        <p:txBody>
          <a:bodyPr/>
          <a:lstStyle/>
          <a:p>
            <a:fld id="{2E746837-6E9C-6340-915D-5576286C3D9C}" type="slidenum">
              <a:rPr lang="en-US" smtClean="0"/>
              <a:t>‹#›</a:t>
            </a:fld>
            <a:endParaRPr lang="en-US"/>
          </a:p>
        </p:txBody>
      </p:sp>
    </p:spTree>
    <p:extLst>
      <p:ext uri="{BB962C8B-B14F-4D97-AF65-F5344CB8AC3E}">
        <p14:creationId xmlns:p14="http://schemas.microsoft.com/office/powerpoint/2010/main" val="131663971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1A59384-F0E4-FEF6-A9B4-89AF7978D426}"/>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A97D2DD5-7F4A-0946-E150-344A86BF678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A054DB9-22FE-6E2F-21F4-17E1330BF3A9}"/>
              </a:ext>
            </a:extLst>
          </p:cNvPr>
          <p:cNvSpPr>
            <a:spLocks noGrp="1"/>
          </p:cNvSpPr>
          <p:nvPr>
            <p:ph type="dt" sz="half" idx="10"/>
          </p:nvPr>
        </p:nvSpPr>
        <p:spPr/>
        <p:txBody>
          <a:bodyPr/>
          <a:lstStyle/>
          <a:p>
            <a:fld id="{ACEE0527-F56C-2B47-8865-D11736A4EDB0}" type="datetimeFigureOut">
              <a:rPr lang="en-US" smtClean="0"/>
              <a:t>6/1/26</a:t>
            </a:fld>
            <a:endParaRPr lang="en-US"/>
          </a:p>
        </p:txBody>
      </p:sp>
      <p:sp>
        <p:nvSpPr>
          <p:cNvPr id="5" name="Footer Placeholder 4">
            <a:extLst>
              <a:ext uri="{FF2B5EF4-FFF2-40B4-BE49-F238E27FC236}">
                <a16:creationId xmlns:a16="http://schemas.microsoft.com/office/drawing/2014/main" id="{260A6122-CE38-382E-7A95-4084EC345FD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013963B-8890-B8D9-3794-A7BF3BC18451}"/>
              </a:ext>
            </a:extLst>
          </p:cNvPr>
          <p:cNvSpPr>
            <a:spLocks noGrp="1"/>
          </p:cNvSpPr>
          <p:nvPr>
            <p:ph type="sldNum" sz="quarter" idx="12"/>
          </p:nvPr>
        </p:nvSpPr>
        <p:spPr/>
        <p:txBody>
          <a:bodyPr/>
          <a:lstStyle/>
          <a:p>
            <a:fld id="{2E746837-6E9C-6340-915D-5576286C3D9C}" type="slidenum">
              <a:rPr lang="en-US" smtClean="0"/>
              <a:t>‹#›</a:t>
            </a:fld>
            <a:endParaRPr lang="en-US"/>
          </a:p>
        </p:txBody>
      </p:sp>
    </p:spTree>
    <p:extLst>
      <p:ext uri="{BB962C8B-B14F-4D97-AF65-F5344CB8AC3E}">
        <p14:creationId xmlns:p14="http://schemas.microsoft.com/office/powerpoint/2010/main" val="4581571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AA4FB2C-2BC5-52DE-DBF7-5A8C8DFA9BA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BDECF229-56B7-2B74-4624-3E505CA512B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9B281B5-0D8C-9244-12A3-958DCDBA4DF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CEE0527-F56C-2B47-8865-D11736A4EDB0}" type="datetimeFigureOut">
              <a:rPr lang="en-US" smtClean="0"/>
              <a:t>6/1/26</a:t>
            </a:fld>
            <a:endParaRPr lang="en-US"/>
          </a:p>
        </p:txBody>
      </p:sp>
      <p:sp>
        <p:nvSpPr>
          <p:cNvPr id="5" name="Footer Placeholder 4">
            <a:extLst>
              <a:ext uri="{FF2B5EF4-FFF2-40B4-BE49-F238E27FC236}">
                <a16:creationId xmlns:a16="http://schemas.microsoft.com/office/drawing/2014/main" id="{69B422ED-5C11-F241-C304-47A5667B2B3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46AE8604-9993-10E5-0430-7738110AB0A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2E746837-6E9C-6340-915D-5576286C3D9C}" type="slidenum">
              <a:rPr lang="en-US" smtClean="0"/>
              <a:t>‹#›</a:t>
            </a:fld>
            <a:endParaRPr lang="en-US"/>
          </a:p>
        </p:txBody>
      </p:sp>
    </p:spTree>
    <p:extLst>
      <p:ext uri="{BB962C8B-B14F-4D97-AF65-F5344CB8AC3E}">
        <p14:creationId xmlns:p14="http://schemas.microsoft.com/office/powerpoint/2010/main" val="347023078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1FAAA2-DF94-2204-93EC-74F4600F087A}"/>
              </a:ext>
            </a:extLst>
          </p:cNvPr>
          <p:cNvSpPr>
            <a:spLocks noGrp="1"/>
          </p:cNvSpPr>
          <p:nvPr>
            <p:ph type="ctrTitle"/>
          </p:nvPr>
        </p:nvSpPr>
        <p:spPr/>
        <p:txBody>
          <a:bodyPr/>
          <a:lstStyle/>
          <a:p>
            <a:r>
              <a:rPr lang="en-US" dirty="0"/>
              <a:t>Week 4 Presentation</a:t>
            </a:r>
          </a:p>
        </p:txBody>
      </p:sp>
      <p:sp>
        <p:nvSpPr>
          <p:cNvPr id="3" name="Subtitle 2">
            <a:extLst>
              <a:ext uri="{FF2B5EF4-FFF2-40B4-BE49-F238E27FC236}">
                <a16:creationId xmlns:a16="http://schemas.microsoft.com/office/drawing/2014/main" id="{592302BA-0CEB-CFCF-BE59-5E4FAB5CD4D0}"/>
              </a:ext>
            </a:extLst>
          </p:cNvPr>
          <p:cNvSpPr>
            <a:spLocks noGrp="1"/>
          </p:cNvSpPr>
          <p:nvPr>
            <p:ph type="subTitle" idx="1"/>
          </p:nvPr>
        </p:nvSpPr>
        <p:spPr/>
        <p:txBody>
          <a:bodyPr/>
          <a:lstStyle/>
          <a:p>
            <a:r>
              <a:rPr lang="en-US" dirty="0"/>
              <a:t>Jon Earle</a:t>
            </a:r>
          </a:p>
        </p:txBody>
      </p:sp>
    </p:spTree>
    <p:extLst>
      <p:ext uri="{BB962C8B-B14F-4D97-AF65-F5344CB8AC3E}">
        <p14:creationId xmlns:p14="http://schemas.microsoft.com/office/powerpoint/2010/main" val="344723445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3425CF-3FD4-1383-3BBA-84EFDD683F23}"/>
              </a:ext>
            </a:extLst>
          </p:cNvPr>
          <p:cNvSpPr>
            <a:spLocks noGrp="1"/>
          </p:cNvSpPr>
          <p:nvPr>
            <p:ph type="title"/>
          </p:nvPr>
        </p:nvSpPr>
        <p:spPr/>
        <p:txBody>
          <a:bodyPr/>
          <a:lstStyle/>
          <a:p>
            <a:r>
              <a:rPr lang="en-US" dirty="0"/>
              <a:t>This Week</a:t>
            </a:r>
          </a:p>
        </p:txBody>
      </p:sp>
      <p:sp>
        <p:nvSpPr>
          <p:cNvPr id="3" name="Content Placeholder 2">
            <a:extLst>
              <a:ext uri="{FF2B5EF4-FFF2-40B4-BE49-F238E27FC236}">
                <a16:creationId xmlns:a16="http://schemas.microsoft.com/office/drawing/2014/main" id="{F611998F-F63D-028B-6DC3-33546C25C650}"/>
              </a:ext>
            </a:extLst>
          </p:cNvPr>
          <p:cNvSpPr>
            <a:spLocks noGrp="1"/>
          </p:cNvSpPr>
          <p:nvPr>
            <p:ph idx="1"/>
          </p:nvPr>
        </p:nvSpPr>
        <p:spPr/>
        <p:txBody>
          <a:bodyPr>
            <a:normAutofit lnSpcReduction="10000"/>
          </a:bodyPr>
          <a:lstStyle/>
          <a:p>
            <a:r>
              <a:rPr lang="en-US" dirty="0"/>
              <a:t>Since our previous meeting, I have been focused on testing the range of the LILYGO T-Beam V1.1 with Meshtastic firmware on various settings.</a:t>
            </a:r>
          </a:p>
          <a:p>
            <a:r>
              <a:rPr lang="en-US" dirty="0"/>
              <a:t>Preparing for the test was more difficult than anticipated. The GPS module on the T-Beam not only took a long time to integrate with my current script but it also proved to be much less accurate than anticipated.</a:t>
            </a:r>
          </a:p>
          <a:p>
            <a:r>
              <a:rPr lang="en-US" dirty="0"/>
              <a:t>After finding an alternative solution to track where packets were sent, testing was able to begin. For different LoRa modem presets, I would bike various routes around the city, observing the changes in signal strength.</a:t>
            </a:r>
          </a:p>
        </p:txBody>
      </p:sp>
    </p:spTree>
    <p:extLst>
      <p:ext uri="{BB962C8B-B14F-4D97-AF65-F5344CB8AC3E}">
        <p14:creationId xmlns:p14="http://schemas.microsoft.com/office/powerpoint/2010/main" val="367013692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151D61-5CD0-FB04-32AC-CF7324DF2A4B}"/>
              </a:ext>
            </a:extLst>
          </p:cNvPr>
          <p:cNvSpPr>
            <a:spLocks noGrp="1"/>
          </p:cNvSpPr>
          <p:nvPr>
            <p:ph type="title"/>
          </p:nvPr>
        </p:nvSpPr>
        <p:spPr/>
        <p:txBody>
          <a:bodyPr/>
          <a:lstStyle/>
          <a:p>
            <a:r>
              <a:rPr lang="en-US" dirty="0"/>
              <a:t>Hurdles to Overcome</a:t>
            </a:r>
          </a:p>
        </p:txBody>
      </p:sp>
      <p:sp>
        <p:nvSpPr>
          <p:cNvPr id="3" name="Content Placeholder 2">
            <a:extLst>
              <a:ext uri="{FF2B5EF4-FFF2-40B4-BE49-F238E27FC236}">
                <a16:creationId xmlns:a16="http://schemas.microsoft.com/office/drawing/2014/main" id="{56FB04BF-8D01-9105-9D27-5E56B5506F6F}"/>
              </a:ext>
            </a:extLst>
          </p:cNvPr>
          <p:cNvSpPr>
            <a:spLocks noGrp="1"/>
          </p:cNvSpPr>
          <p:nvPr>
            <p:ph idx="1"/>
          </p:nvPr>
        </p:nvSpPr>
        <p:spPr/>
        <p:txBody>
          <a:bodyPr>
            <a:normAutofit lnSpcReduction="10000"/>
          </a:bodyPr>
          <a:lstStyle/>
          <a:p>
            <a:r>
              <a:rPr lang="en-US" dirty="0"/>
              <a:t>The Meshtastic API allows for the sending of POSITION_APP packets which store GPS coordinates. Initially, I thought I could automate the sending of these and simply monitor the RSSI/SNR.</a:t>
            </a:r>
          </a:p>
          <a:p>
            <a:r>
              <a:rPr lang="en-US" dirty="0"/>
              <a:t>However, these packets did not contain GPS information. I then had to turn to the automatic location broadcasts every Meshtastic node has to obtain GPS data</a:t>
            </a:r>
          </a:p>
          <a:p>
            <a:r>
              <a:rPr lang="en-US" dirty="0"/>
              <a:t>By default, nodes will broadcast and store their location data every 15 minutes. By changing this to 10 seconds, the nodes would force themselves to update their positioning often enough that the location stored in the node DB would be about the same as where the packet was sent from.</a:t>
            </a:r>
          </a:p>
        </p:txBody>
      </p:sp>
    </p:spTree>
    <p:extLst>
      <p:ext uri="{BB962C8B-B14F-4D97-AF65-F5344CB8AC3E}">
        <p14:creationId xmlns:p14="http://schemas.microsoft.com/office/powerpoint/2010/main" val="25039236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1138DF-2300-F3FA-18D3-EC450E0982B8}"/>
              </a:ext>
            </a:extLst>
          </p:cNvPr>
          <p:cNvSpPr>
            <a:spLocks noGrp="1"/>
          </p:cNvSpPr>
          <p:nvPr>
            <p:ph type="title"/>
          </p:nvPr>
        </p:nvSpPr>
        <p:spPr/>
        <p:txBody>
          <a:bodyPr/>
          <a:lstStyle/>
          <a:p>
            <a:r>
              <a:rPr lang="en-US" dirty="0"/>
              <a:t>Hurdles cont.</a:t>
            </a:r>
          </a:p>
        </p:txBody>
      </p:sp>
      <p:sp>
        <p:nvSpPr>
          <p:cNvPr id="3" name="Content Placeholder 2">
            <a:extLst>
              <a:ext uri="{FF2B5EF4-FFF2-40B4-BE49-F238E27FC236}">
                <a16:creationId xmlns:a16="http://schemas.microsoft.com/office/drawing/2014/main" id="{0326D517-E99C-1135-652F-15B0F871B84D}"/>
              </a:ext>
            </a:extLst>
          </p:cNvPr>
          <p:cNvSpPr>
            <a:spLocks noGrp="1"/>
          </p:cNvSpPr>
          <p:nvPr>
            <p:ph idx="1"/>
          </p:nvPr>
        </p:nvSpPr>
        <p:spPr/>
        <p:txBody>
          <a:bodyPr>
            <a:normAutofit fontScale="92500" lnSpcReduction="10000"/>
          </a:bodyPr>
          <a:lstStyle/>
          <a:p>
            <a:r>
              <a:rPr lang="en-US" dirty="0"/>
              <a:t>The previous solution seemed to work as GPS and signal data were coming in consistently. However, the saved coordinates would barely ever change and would always be somewhere in Halifax I was not. </a:t>
            </a:r>
          </a:p>
          <a:p>
            <a:pPr lvl="1"/>
            <a:r>
              <a:rPr lang="en-US" dirty="0"/>
              <a:t>This was an indication that the GPS module on the T-Beam was not as precise as I needed it to be.</a:t>
            </a:r>
          </a:p>
          <a:p>
            <a:r>
              <a:rPr lang="en-US" dirty="0"/>
              <a:t>The only somewhat reliable alternative was to use my phone’s GPS data to monitor where packets were being sent from.</a:t>
            </a:r>
          </a:p>
          <a:p>
            <a:r>
              <a:rPr lang="en-US" dirty="0"/>
              <a:t>Now, I use an iOS app Called OwnTracks to ping my location around every 5 seconds, forward it to a web server via HTTP and then store the data on my laptop.</a:t>
            </a:r>
          </a:p>
          <a:p>
            <a:pPr lvl="1"/>
            <a:r>
              <a:rPr lang="en-US" dirty="0"/>
              <a:t>The location seems to be updated often enough that where the packet is sent is approximately the last stored location.</a:t>
            </a:r>
          </a:p>
        </p:txBody>
      </p:sp>
    </p:spTree>
    <p:extLst>
      <p:ext uri="{BB962C8B-B14F-4D97-AF65-F5344CB8AC3E}">
        <p14:creationId xmlns:p14="http://schemas.microsoft.com/office/powerpoint/2010/main" val="292740268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36</TotalTime>
  <Words>371</Words>
  <Application>Microsoft Macintosh PowerPoint</Application>
  <PresentationFormat>Widescreen</PresentationFormat>
  <Paragraphs>16</Paragraphs>
  <Slides>4</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vt:i4>
      </vt:variant>
    </vt:vector>
  </HeadingPairs>
  <TitlesOfParts>
    <vt:vector size="8" baseType="lpstr">
      <vt:lpstr>Aptos</vt:lpstr>
      <vt:lpstr>Aptos Display</vt:lpstr>
      <vt:lpstr>Arial</vt:lpstr>
      <vt:lpstr>Office Theme</vt:lpstr>
      <vt:lpstr>Week 4 Presentation</vt:lpstr>
      <vt:lpstr>This Week</vt:lpstr>
      <vt:lpstr>Hurdles to Overcome</vt:lpstr>
      <vt:lpstr>Hurdles cont.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Jonathan Earle</dc:creator>
  <cp:lastModifiedBy>Jonathan Earle</cp:lastModifiedBy>
  <cp:revision>1</cp:revision>
  <dcterms:created xsi:type="dcterms:W3CDTF">2026-06-01T12:49:35Z</dcterms:created>
  <dcterms:modified xsi:type="dcterms:W3CDTF">2026-06-01T13:25:57Z</dcterms:modified>
</cp:coreProperties>
</file>