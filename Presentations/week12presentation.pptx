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>
      <p:cViewPr varScale="1">
        <p:scale>
          <a:sx n="116" d="100"/>
          <a:sy n="116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632B-B73C-9313-BFC2-8420D568F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82F8F-3184-50DA-B634-6BF880C3F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B7683-BA42-17D1-F357-715F07551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9E63-D23D-9045-B1B9-89BCF87E915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14841-1B0A-4CF5-5115-1EC4252D1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B1A32-541F-D5FC-C47C-74CC88362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BD0A-C49B-5D4A-A752-8D2A8FA44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94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1B3AA-A5FD-1768-7461-25C1164B0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374BF-2C28-64FE-40F5-EEE01FF78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C1E79-E0A6-37CF-315D-C2CA4C60F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9E63-D23D-9045-B1B9-89BCF87E915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41EE7-2E1B-684D-3BD8-271F01C0E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139C3-67A8-EB45-1802-9D6A4C885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BD0A-C49B-5D4A-A752-8D2A8FA44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15720-081B-B03C-715A-A503B1204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42A7D-45C7-8CD9-9184-5214D9146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DC5EA-DE9D-3F97-CC76-604D529E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9E63-D23D-9045-B1B9-89BCF87E915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9D152-B096-A384-95B4-CDC47EB59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378A8-8658-4A50-7A98-0FD188B5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BD0A-C49B-5D4A-A752-8D2A8FA44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45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065F4-FF5F-018C-71F4-29ABFE255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E60E4-BB37-9407-DAE7-C09AA4320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DD908-F395-E118-D09B-2B4DA70DD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717396-175F-5FD2-4669-ED82BE4D6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9E63-D23D-9045-B1B9-89BCF87E915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75263-243D-9D65-3BCA-F78531A8B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FAFEB-996A-3D84-9DDA-0ADA1B700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BD0A-C49B-5D4A-A752-8D2A8FA44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27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64F0F-5B7A-F090-4477-7C235538A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DE8CE-7D7D-A5EC-AC23-206375519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2097C-DD0C-B3F8-1D15-9A777C21A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2AF33B-AA83-B8C6-AF94-5A0E7EA153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D0E3C6-12C3-9C71-A7AF-C7F135042B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128DBD-5E84-61D4-5B54-4666ABC6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9E63-D23D-9045-B1B9-89BCF87E915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842A87-6120-2823-2CDD-D43F87E20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DBEFE-20FA-CDC1-2A19-95769FA39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BD0A-C49B-5D4A-A752-8D2A8FA44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78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03BFD-006C-C2FC-7C43-9D0271B1F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1B0E73-83E7-8D57-5D12-2F10F9830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9E63-D23D-9045-B1B9-89BCF87E915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1568F-FA53-1268-643C-3B5CF0DBA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F5BAF-C4EF-D659-4380-099DD371B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BD0A-C49B-5D4A-A752-8D2A8FA44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98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03D53-2965-4999-CBA4-85D36BB64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9E63-D23D-9045-B1B9-89BCF87E915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36BDC9-5B97-EBE3-9976-27A75AF3D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A0BF5-F63C-0C76-47F2-C681D5E53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BD0A-C49B-5D4A-A752-8D2A8FA44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6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800EE-3A01-ACFA-17B4-A0475CFC0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1036D-AD82-0AC8-6E07-C6D91F2D4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6D226-2EB8-B9FC-A362-A99EBFDE7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D16DF-4CC2-E614-F844-0BF27A11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9E63-D23D-9045-B1B9-89BCF87E915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57B60-2A5A-6D13-C912-E3D0FEEFF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5BC07-FBDF-30D3-D7F9-4F3335F24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BD0A-C49B-5D4A-A752-8D2A8FA44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3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A1EA-FEA2-E478-8CC0-F5497D25F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974B8B-EED0-E731-FEBF-D2E0524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D6932-B0C6-081B-B928-76DA51AA5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24923-A689-B500-CFEB-99DED8D36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9E63-D23D-9045-B1B9-89BCF87E915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A466A-FBAD-A3FD-2838-F519C0E8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666C6-7320-145D-F744-BEA548E6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BD0A-C49B-5D4A-A752-8D2A8FA44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11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34611-4B4C-CE6E-A4A0-1ABD9260E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2AC9BB-23AB-76D8-E738-01E78D79F4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B1485-C8B2-4681-4D38-03664E103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9E63-D23D-9045-B1B9-89BCF87E915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1FBA9-DC6A-BE80-8651-ED8A169C2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13724-C99E-ABFF-7BF9-ECB73203E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BD0A-C49B-5D4A-A752-8D2A8FA44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81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5D970B-F5C0-F1BD-F184-BAEAF1B90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1A57DD-32D6-1034-5668-3102DEF83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54CA5-B32A-8411-C436-8C8288C94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9E63-D23D-9045-B1B9-89BCF87E915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0321B-D47B-E816-E9F0-8AE426D59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07618-7C10-5077-BB49-D7AC64026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BD0A-C49B-5D4A-A752-8D2A8FA44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70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7B456C-93A4-AF3D-C516-363878B6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4BA1C-E860-B7C1-89EB-DF8A21978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785F9-005C-7743-5C5F-2AA016FEA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C69E63-D23D-9045-B1B9-89BCF87E915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ACDF1-1E6E-3420-9D8A-92546B2BC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0F686-0928-FF50-5544-4C0F425FB8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2BD0A-C49B-5D4A-A752-8D2A8FA44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2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8DF4A-5729-4C65-531F-5A3AA9E117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Weekly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6AF4E-BBA6-EF59-D4D8-F689AE1FA8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Jon Earle</a:t>
            </a:r>
          </a:p>
        </p:txBody>
      </p:sp>
    </p:spTree>
    <p:extLst>
      <p:ext uri="{BB962C8B-B14F-4D97-AF65-F5344CB8AC3E}">
        <p14:creationId xmlns:p14="http://schemas.microsoft.com/office/powerpoint/2010/main" val="141332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BF32-9D54-30CF-59E8-53849A959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80742-FC44-3186-52F3-2C3A64250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Node-count intervals: 5, 7, 10, 12, 14, 17, 22, 32, 52, 77, 102</a:t>
            </a:r>
          </a:p>
          <a:p>
            <a:pPr marL="0" indent="0">
              <a:buNone/>
            </a:pPr>
            <a:r>
              <a:rPr lang="en-US" dirty="0"/>
              <a:t>Simulations per interval: 20</a:t>
            </a:r>
          </a:p>
          <a:p>
            <a:pPr marL="0" indent="0">
              <a:buNone/>
            </a:pPr>
            <a:r>
              <a:rPr lang="en-US" dirty="0"/>
              <a:t>Number of intervals: 11</a:t>
            </a:r>
          </a:p>
          <a:p>
            <a:pPr marL="0" indent="0">
              <a:buNone/>
            </a:pPr>
            <a:r>
              <a:rPr lang="en-US" dirty="0"/>
              <a:t>Total simulations: 220</a:t>
            </a:r>
          </a:p>
          <a:p>
            <a:pPr marL="0" indent="0">
              <a:buNone/>
            </a:pPr>
            <a:r>
              <a:rPr lang="en-US" dirty="0"/>
              <a:t>Simulation duration: 30 minutes</a:t>
            </a:r>
          </a:p>
          <a:p>
            <a:pPr marL="0" indent="0">
              <a:buNone/>
            </a:pPr>
            <a:r>
              <a:rPr lang="en-US" dirty="0"/>
              <a:t>Random seed: 44</a:t>
            </a:r>
          </a:p>
        </p:txBody>
      </p:sp>
    </p:spTree>
    <p:extLst>
      <p:ext uri="{BB962C8B-B14F-4D97-AF65-F5344CB8AC3E}">
        <p14:creationId xmlns:p14="http://schemas.microsoft.com/office/powerpoint/2010/main" val="2192453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6F9B0-CBA8-870A-FA8F-807A60108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48B6A-9AE2-B21F-6762-0C6DBCB11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Region: US</a:t>
            </a:r>
          </a:p>
          <a:p>
            <a:pPr marL="0" indent="0">
              <a:buNone/>
            </a:pPr>
            <a:r>
              <a:rPr lang="en-US" dirty="0"/>
              <a:t>Channel number: 27</a:t>
            </a:r>
          </a:p>
          <a:p>
            <a:pPr marL="0" indent="0">
              <a:buNone/>
            </a:pPr>
            <a:r>
              <a:rPr lang="en-US" dirty="0"/>
              <a:t>Operating frequency: 908.750 MHz</a:t>
            </a:r>
          </a:p>
          <a:p>
            <a:pPr marL="0" indent="0">
              <a:buNone/>
            </a:pPr>
            <a:r>
              <a:rPr lang="en-US" dirty="0"/>
              <a:t>Transmit power: 20 dBm</a:t>
            </a:r>
          </a:p>
          <a:p>
            <a:pPr marL="0" indent="0">
              <a:buNone/>
            </a:pPr>
            <a:r>
              <a:rPr lang="en-US" dirty="0"/>
              <a:t>Regional power limit: 30 dBm</a:t>
            </a:r>
          </a:p>
          <a:p>
            <a:pPr marL="0" indent="0">
              <a:buNone/>
            </a:pPr>
            <a:r>
              <a:rPr lang="en-US" dirty="0"/>
              <a:t>Antenna gain: 2 </a:t>
            </a:r>
            <a:r>
              <a:rPr lang="en-US" dirty="0" err="1"/>
              <a:t>dBi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Antenna height: 1.0 m</a:t>
            </a:r>
          </a:p>
          <a:p>
            <a:pPr marL="0" indent="0">
              <a:buNone/>
            </a:pPr>
            <a:r>
              <a:rPr lang="en-US" dirty="0"/>
              <a:t>Modem preset: LONG_FAST</a:t>
            </a:r>
          </a:p>
          <a:p>
            <a:pPr marL="0" indent="0">
              <a:buNone/>
            </a:pPr>
            <a:r>
              <a:rPr lang="en-US" dirty="0"/>
              <a:t>Bandwidth: 250 kHz</a:t>
            </a:r>
          </a:p>
          <a:p>
            <a:pPr marL="0" indent="0">
              <a:buNone/>
            </a:pPr>
            <a:r>
              <a:rPr lang="en-US" dirty="0"/>
              <a:t>Spreading factor: 11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B28226-72CA-3B5B-65D3-B38AA8170A0E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Coding rate: 4/5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Receiver sensitivity: -131.5 dBm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CAD threshold: -134.5 dBm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Preamble length: 16 symbols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Payload length: 40 bytes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Header length: 16 bytes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ACK length: 2 bytes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Noise level: -119.25 dB</a:t>
            </a:r>
          </a:p>
        </p:txBody>
      </p:sp>
    </p:spTree>
    <p:extLst>
      <p:ext uri="{BB962C8B-B14F-4D97-AF65-F5344CB8AC3E}">
        <p14:creationId xmlns:p14="http://schemas.microsoft.com/office/powerpoint/2010/main" val="17382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5C89-CB95-65F5-98A7-323CA2815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D6A55-AEEF-2CB4-D404-EE5402935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Routing algorithm: MANAGED_FLOOD</a:t>
            </a:r>
          </a:p>
          <a:p>
            <a:pPr marL="0" indent="0">
              <a:buNone/>
            </a:pPr>
            <a:r>
              <a:rPr lang="en-US" dirty="0"/>
              <a:t>Node role: CLIENT</a:t>
            </a:r>
          </a:p>
          <a:p>
            <a:pPr marL="0" indent="0">
              <a:buNone/>
            </a:pPr>
            <a:r>
              <a:rPr lang="en-US" dirty="0"/>
              <a:t>Router mode: False</a:t>
            </a:r>
          </a:p>
          <a:p>
            <a:pPr marL="0" indent="0">
              <a:buNone/>
            </a:pPr>
            <a:r>
              <a:rPr lang="en-US" dirty="0"/>
              <a:t>Hop limit: 3</a:t>
            </a:r>
          </a:p>
          <a:p>
            <a:pPr marL="0" indent="0">
              <a:buNone/>
            </a:pPr>
            <a:r>
              <a:rPr lang="en-US" dirty="0"/>
              <a:t>Maximum retransmissions: 3</a:t>
            </a:r>
          </a:p>
          <a:p>
            <a:pPr marL="0" indent="0">
              <a:buNone/>
            </a:pPr>
            <a:r>
              <a:rPr lang="en-US" dirty="0"/>
              <a:t>Traffic type: Broadcast</a:t>
            </a:r>
          </a:p>
          <a:p>
            <a:pPr marL="0" indent="0">
              <a:buNone/>
            </a:pPr>
            <a:r>
              <a:rPr lang="en-US" dirty="0"/>
              <a:t>Direct messages enabled: False</a:t>
            </a:r>
          </a:p>
          <a:p>
            <a:pPr marL="0" indent="0">
              <a:buNone/>
            </a:pPr>
            <a:r>
              <a:rPr lang="en-US" dirty="0"/>
              <a:t>Mean message interval: 100 seconds</a:t>
            </a:r>
          </a:p>
          <a:p>
            <a:pPr marL="0" indent="0">
              <a:buNone/>
            </a:pPr>
            <a:r>
              <a:rPr lang="en-US" dirty="0"/>
              <a:t>Message-generation distribution: Exponential</a:t>
            </a:r>
          </a:p>
        </p:txBody>
      </p:sp>
    </p:spTree>
    <p:extLst>
      <p:ext uri="{BB962C8B-B14F-4D97-AF65-F5344CB8AC3E}">
        <p14:creationId xmlns:p14="http://schemas.microsoft.com/office/powerpoint/2010/main" val="3959797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E4D4-575B-9CA5-D7B3-01398118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876DF-198E-D7B8-7CBD-5E1191E63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Path-loss model number: 6</a:t>
            </a:r>
          </a:p>
          <a:p>
            <a:pPr marL="0" indent="0">
              <a:buNone/>
            </a:pPr>
            <a:r>
              <a:rPr lang="en-US" dirty="0"/>
              <a:t>Path-loss model name: 3GPP metropolitan macro-cell</a:t>
            </a:r>
          </a:p>
          <a:p>
            <a:pPr marL="0" indent="0">
              <a:buNone/>
            </a:pPr>
            <a:r>
              <a:rPr lang="en-US" dirty="0"/>
              <a:t>Gamma: 2.08</a:t>
            </a:r>
          </a:p>
          <a:p>
            <a:pPr marL="0" indent="0">
              <a:buNone/>
            </a:pPr>
            <a:r>
              <a:rPr lang="en-US" dirty="0"/>
              <a:t>Reference distance: 40.0 m</a:t>
            </a:r>
          </a:p>
          <a:p>
            <a:pPr marL="0" indent="0">
              <a:buNone/>
            </a:pPr>
            <a:r>
              <a:rPr lang="en-US" dirty="0"/>
              <a:t>Path loss at reference distance: 127.41 dB</a:t>
            </a:r>
          </a:p>
          <a:p>
            <a:pPr marL="0" indent="0">
              <a:buNone/>
            </a:pPr>
            <a:r>
              <a:rPr lang="en-US" dirty="0"/>
              <a:t>Asymmetric links enabled: True</a:t>
            </a:r>
          </a:p>
          <a:p>
            <a:pPr marL="0" indent="0">
              <a:buNone/>
            </a:pPr>
            <a:r>
              <a:rPr lang="en-US" dirty="0"/>
              <a:t>Asymmetric-link mean offset: 0 dB</a:t>
            </a:r>
          </a:p>
          <a:p>
            <a:pPr marL="0" indent="0">
              <a:buNone/>
            </a:pPr>
            <a:r>
              <a:rPr lang="en-US" dirty="0"/>
              <a:t>Asymmetric-link standard deviation: 2 dB</a:t>
            </a:r>
          </a:p>
        </p:txBody>
      </p:sp>
    </p:spTree>
    <p:extLst>
      <p:ext uri="{BB962C8B-B14F-4D97-AF65-F5344CB8AC3E}">
        <p14:creationId xmlns:p14="http://schemas.microsoft.com/office/powerpoint/2010/main" val="2747502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230</Words>
  <Application>Microsoft Macintosh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Weekly Meeting</vt:lpstr>
      <vt:lpstr>Settings</vt:lpstr>
      <vt:lpstr>Settings</vt:lpstr>
      <vt:lpstr>Settings</vt:lpstr>
      <vt:lpstr>Settings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Earle</dc:creator>
  <cp:lastModifiedBy>Jonathan Earle</cp:lastModifiedBy>
  <cp:revision>3</cp:revision>
  <dcterms:created xsi:type="dcterms:W3CDTF">2026-07-30T16:59:27Z</dcterms:created>
  <dcterms:modified xsi:type="dcterms:W3CDTF">2026-07-30T17:01:58Z</dcterms:modified>
</cp:coreProperties>
</file>